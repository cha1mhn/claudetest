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DI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47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Portal Audit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5F8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Portal Audit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ID: N/A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Generated: February 14,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FF7A5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Types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Properties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Workflows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2560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B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603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 Workflows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6344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2560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6656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Information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fetching portal info: request to https://api.hubapi.com/account-info/v3/details failed, reason: getaddrinfo EAI_AGAIN api.hubapi.com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Objects Overview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600200"/>
                <a:gridCol w="1600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Object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Records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Properties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 Props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HubSpot Props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Contacts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545B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Companies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545B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545B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Tickets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545B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Line items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545B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545B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Quotes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545B"/>
                          </a:solidFill>
                        </a:rPr>
                        <a:t>Error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fetching workflows: request to https://api.hubapi.com/automation/v3/workflows failed, reason: getaddrinfo EAI_AGAIN api.hubapi.com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request to https://api.hubapi.com/marketing/v3/forms?limit=100 failed, reason: getaddrinfo EAI_AGAIN api.hubapi.com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request to https://api.hubapi.com/crm/v3/lists?count=250 failed, reason: getaddrinfo EAI_AGAIN api.hubapi.com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Emails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request to https://api.hubapi.com/marketing-emails/v1/emails?limit=100&amp;orderBy=-updated failed, reason: getaddrinfo EAI_AGAIN api.hubapi.com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/ Users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request to https://api.hubapi.com/crm/v3/owners failed, reason: getaddrinfo EAI_AGAIN api.hubapi.com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Labels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 -&gt;  companies: Error - request to https://api.hubapi.com/crm/v4/associations/contacts/companies/labels failed, reason: getaddrinfo EAI_AGAIN api.hubapi.com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 -&gt;  contacts: Error - request to https://api.hubapi.com/crm/v4/associations/deals/contacts/labels failed, reason: getaddrinfo EAI_AGAIN api.hubapi.com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 -&gt;  companies: Error - request to https://api.hubapi.com/crm/v4/associations/deals/companies/labels failed, reason: getaddrinfo EAI_AGAIN api.hubapi.com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 -&gt;  contacts: Error - request to https://api.hubapi.com/crm/v4/associations/tickets/contacts/labels failed, reason: getaddrinfo EAI_AGAIN api.hubapi.com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 -&gt;  companies: Error - request to https://api.hubapi.com/crm/v4/associations/tickets/companies/labels failed, reason: getaddrinfo EAI_AGAIN api.hubapi.com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Observations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major issues detected. Portal appears well-maintained.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Portal Audit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HubSpot Portal Audit Report</dc:title>
  <dc:subject>HubSpot Portal Audit - Unknown</dc:subject>
  <dc:creator>HubSpot Portal Audit Tool</dc:creator>
  <cp:lastModifiedBy>HubSpot Portal Audit Tool</cp:lastModifiedBy>
  <cp:revision>1</cp:revision>
  <dcterms:created xsi:type="dcterms:W3CDTF">2026-02-14T20:55:36Z</dcterms:created>
  <dcterms:modified xsi:type="dcterms:W3CDTF">2026-02-14T20:55:36Z</dcterms:modified>
</cp:coreProperties>
</file>